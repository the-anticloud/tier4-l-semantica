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L_SEMANTICA</a:t>
            </a:r>
          </a:p>
          <a:p>
            <a:r>
              <a:t>Tier: TIER_4_INFERENCE_AGENTS</a:t>
            </a:r>
          </a:p>
          <a:p>
            <a:r>
              <a:t>Identity: Upstream ExtensityAI/symbolicai @ 44d13560e4f1 (BSD-3-Clause)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ExtensityAI/symbolicai |</a:t>
            </a:r>
          </a:p>
          <a:p>
            <a:r>
              <a:t>| Commit | 44d13560e4f13c19c10b00aac0613816fbe8d414 |</a:t>
            </a:r>
          </a:p>
          <a:p>
            <a:r>
              <a:t>| Upstream licence | BSD-3-Clause |</a:t>
            </a:r>
          </a:p>
          <a:p>
            <a:r>
              <a:t>| Licence class | permissive |</a:t>
            </a:r>
          </a:p>
          <a:p>
            <a:r>
              <a:t>| Clone size | 22.69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L_SEMANTICA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