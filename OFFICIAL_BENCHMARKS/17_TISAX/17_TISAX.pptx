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17 TISAX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2026-10-02T09:11:38.726640Z | Framework ID: 17_TISAX</a:t>
            </a:r>
          </a:p>
          <a:p>
            <a:r>
              <a:t>VDA ISA 6.0.2 (2023), ENX TISAX AL2</a:t>
            </a:r>
          </a:p>
          <a:p>
            <a:r>
              <a:t>PASS — Information security, prototype protection, data protection at AL2</a:t>
            </a:r>
          </a:p>
          <a:p>
            <a:r>
              <a:t>AL2: COMPLIANT</a:t>
            </a:r>
          </a:p>
          <a:p>
            <a:r>
              <a:t>Relevant for automotive supply chain use cases; AES-256-GCM and Zero Trust cover core controls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